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"/>
          <p:cNvSpPr txBox="1"/>
          <p:nvPr/>
        </p:nvSpPr>
        <p:spPr>
          <a:xfrm>
            <a:off x="720000" y="360000"/>
            <a:ext cx="8640000" cy="1080000"/>
          </a:xfrm>
          <a:prstGeom prst="rect">
            <a:avLst/>
          </a:prstGeom>
          <a:solidFill>
            <a:schemeClr val="accent1"/>
          </a:solidFill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spAutoFit/>
          </a:bodyPr>
          <a:p>
            <a:pPr/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Первый слайд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" name=""/>
          <p:cNvSpPr txBox="1"/>
          <p:nvPr/>
        </p:nvSpPr>
        <p:spPr>
          <a:xfrm>
            <a:off x="720000" y="1800000"/>
            <a:ext cx="8640000" cy="2880000"/>
          </a:xfrm>
          <a:prstGeom prst="rect">
            <a:avLst/>
          </a:prstGeom>
          <a:solidFill>
            <a:schemeClr val="accent1"/>
          </a:solidFill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spAutoFit/>
          </a:bodyPr>
          <a:p>
            <a:pPr marL="216000" indent="-216000">
              <a:buClr>
                <a:srgbClr val="000000"/>
              </a:buClr>
              <a:buSzPct val="45000"/>
              <a:buFont typeface="StarBats" charset="2"/>
              <a:buChar char=""/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Пункт один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StarBats" charset="2"/>
              <a:buChar char=""/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Пункт два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"/>
          <p:cNvSpPr txBox="1"/>
          <p:nvPr/>
        </p:nvSpPr>
        <p:spPr>
          <a:xfrm>
            <a:off x="720000" y="360000"/>
            <a:ext cx="8640000" cy="1080000"/>
          </a:xfrm>
          <a:prstGeom prst="rect">
            <a:avLst/>
          </a:prstGeom>
          <a:solidFill>
            <a:schemeClr val="accent1"/>
          </a:solidFill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spAutoFit/>
          </a:bodyPr>
          <a:p>
            <a:pPr/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Второй слайд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" name=""/>
          <p:cNvSpPr/>
          <p:nvPr/>
        </p:nvSpPr>
        <p:spPr>
          <a:xfrm>
            <a:off x="1440000" y="2160000"/>
            <a:ext cx="2880000" cy="346320"/>
          </a:xfrm>
          <a:prstGeom prst="rect">
            <a:avLst/>
          </a:prstGeom>
          <a:solidFill>
            <a:schemeClr val="accent1"/>
          </a:solidFill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/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Фигура с текстом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LibreOffice/26.8.0.3$Windows_X86_64 LibreOffice_project/bce0998afefdbc355585ca324285661a2170ba77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ru-RU</dc:language>
  <cp:lastModifiedBy/>
  <cp:revision>0</cp:revision>
  <dc:subject/>
  <dc:title/>
</cp:coreProperties>
</file>